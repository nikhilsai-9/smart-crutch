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79" r:id="rId4"/>
    <p:sldId id="280" r:id="rId5"/>
    <p:sldId id="282" r:id="rId6"/>
    <p:sldId id="287" r:id="rId7"/>
    <p:sldId id="281" r:id="rId8"/>
    <p:sldId id="285" r:id="rId9"/>
    <p:sldId id="283" r:id="rId10"/>
    <p:sldId id="286" r:id="rId11"/>
    <p:sldId id="284" r:id="rId12"/>
    <p:sldId id="288" r:id="rId13"/>
    <p:sldId id="289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CAE0D9-479C-40D7-B8BE-41E8EF23FDE1}" v="121" dt="2026-04-11T15:33:37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447" autoAdjust="0"/>
  </p:normalViewPr>
  <p:slideViewPr>
    <p:cSldViewPr>
      <p:cViewPr varScale="1">
        <p:scale>
          <a:sx n="89" d="100"/>
          <a:sy n="89" d="100"/>
        </p:scale>
        <p:origin x="128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sai" userId="72e3e0b6fd12e361" providerId="LiveId" clId="{F898C08E-F426-4AD8-A295-1D63E45155CB}"/>
    <pc:docChg chg="undo redo custSel addSld delSld modSld sldOrd">
      <pc:chgData name="nikhil sai" userId="72e3e0b6fd12e361" providerId="LiveId" clId="{F898C08E-F426-4AD8-A295-1D63E45155CB}" dt="2026-04-12T16:45:51.601" v="1872" actId="1076"/>
      <pc:docMkLst>
        <pc:docMk/>
      </pc:docMkLst>
      <pc:sldChg chg="modSp mod">
        <pc:chgData name="nikhil sai" userId="72e3e0b6fd12e361" providerId="LiveId" clId="{F898C08E-F426-4AD8-A295-1D63E45155CB}" dt="2026-04-08T16:45:50.685" v="1845" actId="1076"/>
        <pc:sldMkLst>
          <pc:docMk/>
          <pc:sldMk cId="2431482718" sldId="256"/>
        </pc:sldMkLst>
        <pc:spChg chg="mod">
          <ac:chgData name="nikhil sai" userId="72e3e0b6fd12e361" providerId="LiveId" clId="{F898C08E-F426-4AD8-A295-1D63E45155CB}" dt="2026-04-06T05:21:04.207" v="371" actId="20577"/>
          <ac:spMkLst>
            <pc:docMk/>
            <pc:sldMk cId="2431482718" sldId="256"/>
            <ac:spMk id="2" creationId="{00000000-0000-0000-0000-000000000000}"/>
          </ac:spMkLst>
        </pc:spChg>
        <pc:picChg chg="mod">
          <ac:chgData name="nikhil sai" userId="72e3e0b6fd12e361" providerId="LiveId" clId="{F898C08E-F426-4AD8-A295-1D63E45155CB}" dt="2026-04-08T16:45:50.685" v="1845" actId="1076"/>
          <ac:picMkLst>
            <pc:docMk/>
            <pc:sldMk cId="2431482718" sldId="256"/>
            <ac:picMk id="4" creationId="{001B48C8-139F-53EB-54AA-B696799574C0}"/>
          </ac:picMkLst>
        </pc:picChg>
      </pc:sldChg>
      <pc:sldChg chg="modSp mod">
        <pc:chgData name="nikhil sai" userId="72e3e0b6fd12e361" providerId="LiveId" clId="{F898C08E-F426-4AD8-A295-1D63E45155CB}" dt="2026-04-06T05:34:50.166" v="513" actId="14100"/>
        <pc:sldMkLst>
          <pc:docMk/>
          <pc:sldMk cId="4062361551" sldId="257"/>
        </pc:sldMkLst>
        <pc:spChg chg="mod">
          <ac:chgData name="nikhil sai" userId="72e3e0b6fd12e361" providerId="LiveId" clId="{F898C08E-F426-4AD8-A295-1D63E45155CB}" dt="2026-04-06T05:34:50.166" v="513" actId="14100"/>
          <ac:spMkLst>
            <pc:docMk/>
            <pc:sldMk cId="4062361551" sldId="257"/>
            <ac:spMk id="3" creationId="{00000000-0000-0000-0000-000000000000}"/>
          </ac:spMkLst>
        </pc:spChg>
      </pc:sldChg>
      <pc:sldChg chg="addSp delSp modSp mod">
        <pc:chgData name="nikhil sai" userId="72e3e0b6fd12e361" providerId="LiveId" clId="{F898C08E-F426-4AD8-A295-1D63E45155CB}" dt="2026-04-12T16:45:51.601" v="1872" actId="1076"/>
        <pc:sldMkLst>
          <pc:docMk/>
          <pc:sldMk cId="3706573839" sldId="265"/>
        </pc:sldMkLst>
        <pc:graphicFrameChg chg="add del mod modGraphic">
          <ac:chgData name="nikhil sai" userId="72e3e0b6fd12e361" providerId="LiveId" clId="{F898C08E-F426-4AD8-A295-1D63E45155CB}" dt="2026-04-12T16:45:51.601" v="1872" actId="1076"/>
          <ac:graphicFrameMkLst>
            <pc:docMk/>
            <pc:sldMk cId="3706573839" sldId="265"/>
            <ac:graphicFrameMk id="5" creationId="{2E622421-EA77-AACE-D9F3-959A9F83FD35}"/>
          </ac:graphicFrameMkLst>
        </pc:graphicFrameChg>
      </pc:sldChg>
      <pc:sldChg chg="modSp mod">
        <pc:chgData name="nikhil sai" userId="72e3e0b6fd12e361" providerId="LiveId" clId="{F898C08E-F426-4AD8-A295-1D63E45155CB}" dt="2026-04-07T05:38:29.074" v="1781" actId="123"/>
        <pc:sldMkLst>
          <pc:docMk/>
          <pc:sldMk cId="1438197524" sldId="279"/>
        </pc:sldMkLst>
        <pc:spChg chg="mod">
          <ac:chgData name="nikhil sai" userId="72e3e0b6fd12e361" providerId="LiveId" clId="{F898C08E-F426-4AD8-A295-1D63E45155CB}" dt="2026-04-06T05:26:08.275" v="409" actId="20577"/>
          <ac:spMkLst>
            <pc:docMk/>
            <pc:sldMk cId="1438197524" sldId="279"/>
            <ac:spMk id="2" creationId="{0F915B2C-FE7B-3666-1C19-B48F9E6D8506}"/>
          </ac:spMkLst>
        </pc:spChg>
        <pc:spChg chg="mod">
          <ac:chgData name="nikhil sai" userId="72e3e0b6fd12e361" providerId="LiveId" clId="{F898C08E-F426-4AD8-A295-1D63E45155CB}" dt="2026-04-07T05:38:29.074" v="1781" actId="123"/>
          <ac:spMkLst>
            <pc:docMk/>
            <pc:sldMk cId="1438197524" sldId="279"/>
            <ac:spMk id="3" creationId="{7FA6ACC5-A8CD-66C6-2A25-E6D397852121}"/>
          </ac:spMkLst>
        </pc:spChg>
      </pc:sldChg>
      <pc:sldChg chg="addSp modSp mod">
        <pc:chgData name="nikhil sai" userId="72e3e0b6fd12e361" providerId="LiveId" clId="{F898C08E-F426-4AD8-A295-1D63E45155CB}" dt="2026-04-06T05:34:37.545" v="511" actId="14100"/>
        <pc:sldMkLst>
          <pc:docMk/>
          <pc:sldMk cId="218413323" sldId="280"/>
        </pc:sldMkLst>
        <pc:spChg chg="mod">
          <ac:chgData name="nikhil sai" userId="72e3e0b6fd12e361" providerId="LiveId" clId="{F898C08E-F426-4AD8-A295-1D63E45155CB}" dt="2026-04-06T05:27:33.702" v="452" actId="20577"/>
          <ac:spMkLst>
            <pc:docMk/>
            <pc:sldMk cId="218413323" sldId="280"/>
            <ac:spMk id="2" creationId="{17E4AECE-837A-E056-962C-CAA97B01AD7D}"/>
          </ac:spMkLst>
        </pc:spChg>
        <pc:spChg chg="mod">
          <ac:chgData name="nikhil sai" userId="72e3e0b6fd12e361" providerId="LiveId" clId="{F898C08E-F426-4AD8-A295-1D63E45155CB}" dt="2026-04-06T05:34:37.545" v="511" actId="14100"/>
          <ac:spMkLst>
            <pc:docMk/>
            <pc:sldMk cId="218413323" sldId="280"/>
            <ac:spMk id="3" creationId="{9BFF4A87-0A9E-6D85-705D-84BA9FBD999F}"/>
          </ac:spMkLst>
        </pc:spChg>
      </pc:sldChg>
      <pc:sldChg chg="delSp modSp mod">
        <pc:chgData name="nikhil sai" userId="72e3e0b6fd12e361" providerId="LiveId" clId="{F898C08E-F426-4AD8-A295-1D63E45155CB}" dt="2026-04-06T05:34:26.391" v="509" actId="14100"/>
        <pc:sldMkLst>
          <pc:docMk/>
          <pc:sldMk cId="1368864993" sldId="281"/>
        </pc:sldMkLst>
        <pc:spChg chg="mod">
          <ac:chgData name="nikhil sai" userId="72e3e0b6fd12e361" providerId="LiveId" clId="{F898C08E-F426-4AD8-A295-1D63E45155CB}" dt="2026-04-06T05:33:19.371" v="489" actId="2711"/>
          <ac:spMkLst>
            <pc:docMk/>
            <pc:sldMk cId="1368864993" sldId="281"/>
            <ac:spMk id="2" creationId="{6CE09C1E-FA59-29A0-B594-6BF138C654EF}"/>
          </ac:spMkLst>
        </pc:spChg>
        <pc:spChg chg="mod">
          <ac:chgData name="nikhil sai" userId="72e3e0b6fd12e361" providerId="LiveId" clId="{F898C08E-F426-4AD8-A295-1D63E45155CB}" dt="2026-04-06T05:34:26.391" v="509" actId="14100"/>
          <ac:spMkLst>
            <pc:docMk/>
            <pc:sldMk cId="1368864993" sldId="281"/>
            <ac:spMk id="19" creationId="{A54F490B-443E-FB50-FEC3-2F6BB2EFBD7A}"/>
          </ac:spMkLst>
        </pc:spChg>
      </pc:sldChg>
      <pc:sldChg chg="modSp mod ord">
        <pc:chgData name="nikhil sai" userId="72e3e0b6fd12e361" providerId="LiveId" clId="{F898C08E-F426-4AD8-A295-1D63E45155CB}" dt="2026-04-08T05:50:44.134" v="1844" actId="122"/>
        <pc:sldMkLst>
          <pc:docMk/>
          <pc:sldMk cId="742717099" sldId="282"/>
        </pc:sldMkLst>
        <pc:spChg chg="mod">
          <ac:chgData name="nikhil sai" userId="72e3e0b6fd12e361" providerId="LiveId" clId="{F898C08E-F426-4AD8-A295-1D63E45155CB}" dt="2026-04-06T08:16:40.802" v="1750" actId="27636"/>
          <ac:spMkLst>
            <pc:docMk/>
            <pc:sldMk cId="742717099" sldId="282"/>
            <ac:spMk id="2" creationId="{72520391-14C6-A313-CD9F-C6664520B93D}"/>
          </ac:spMkLst>
        </pc:spChg>
        <pc:graphicFrameChg chg="mod modGraphic">
          <ac:chgData name="nikhil sai" userId="72e3e0b6fd12e361" providerId="LiveId" clId="{F898C08E-F426-4AD8-A295-1D63E45155CB}" dt="2026-04-08T05:50:44.134" v="1844" actId="122"/>
          <ac:graphicFrameMkLst>
            <pc:docMk/>
            <pc:sldMk cId="742717099" sldId="282"/>
            <ac:graphicFrameMk id="5" creationId="{A3FFAE3E-9647-B375-E09C-B257A7ADE50D}"/>
          </ac:graphicFrameMkLst>
        </pc:graphicFrameChg>
      </pc:sldChg>
      <pc:sldChg chg="modSp mod ord">
        <pc:chgData name="nikhil sai" userId="72e3e0b6fd12e361" providerId="LiveId" clId="{F898C08E-F426-4AD8-A295-1D63E45155CB}" dt="2026-04-06T05:42:02.198" v="599" actId="20577"/>
        <pc:sldMkLst>
          <pc:docMk/>
          <pc:sldMk cId="1827957289" sldId="283"/>
        </pc:sldMkLst>
        <pc:spChg chg="mod">
          <ac:chgData name="nikhil sai" userId="72e3e0b6fd12e361" providerId="LiveId" clId="{F898C08E-F426-4AD8-A295-1D63E45155CB}" dt="2026-04-06T05:42:02.198" v="599" actId="20577"/>
          <ac:spMkLst>
            <pc:docMk/>
            <pc:sldMk cId="1827957289" sldId="283"/>
            <ac:spMk id="2" creationId="{C1E24238-7611-45F8-CC71-6D451359AD8C}"/>
          </ac:spMkLst>
        </pc:spChg>
        <pc:spChg chg="mod">
          <ac:chgData name="nikhil sai" userId="72e3e0b6fd12e361" providerId="LiveId" clId="{F898C08E-F426-4AD8-A295-1D63E45155CB}" dt="2026-04-06T05:38:00.597" v="535" actId="403"/>
          <ac:spMkLst>
            <pc:docMk/>
            <pc:sldMk cId="1827957289" sldId="283"/>
            <ac:spMk id="3" creationId="{554B3239-E008-7DF8-B79A-720D3797FB7F}"/>
          </ac:spMkLst>
        </pc:spChg>
      </pc:sldChg>
      <pc:sldChg chg="addSp delSp modSp mod">
        <pc:chgData name="nikhil sai" userId="72e3e0b6fd12e361" providerId="LiveId" clId="{F898C08E-F426-4AD8-A295-1D63E45155CB}" dt="2026-04-08T05:40:09.768" v="1834" actId="20577"/>
        <pc:sldMkLst>
          <pc:docMk/>
          <pc:sldMk cId="3464318699" sldId="284"/>
        </pc:sldMkLst>
        <pc:spChg chg="mod">
          <ac:chgData name="nikhil sai" userId="72e3e0b6fd12e361" providerId="LiveId" clId="{F898C08E-F426-4AD8-A295-1D63E45155CB}" dt="2026-04-06T05:57:11.209" v="1333" actId="20577"/>
          <ac:spMkLst>
            <pc:docMk/>
            <pc:sldMk cId="3464318699" sldId="284"/>
            <ac:spMk id="2" creationId="{4F65DB09-F649-030D-4385-2067527AE490}"/>
          </ac:spMkLst>
        </pc:spChg>
        <pc:spChg chg="add del mod">
          <ac:chgData name="nikhil sai" userId="72e3e0b6fd12e361" providerId="LiveId" clId="{F898C08E-F426-4AD8-A295-1D63E45155CB}" dt="2026-04-08T05:40:09.768" v="1834" actId="20577"/>
          <ac:spMkLst>
            <pc:docMk/>
            <pc:sldMk cId="3464318699" sldId="284"/>
            <ac:spMk id="3" creationId="{F31C4B1C-BC53-DB5E-2457-DA9B58B10DFA}"/>
          </ac:spMkLst>
        </pc:spChg>
      </pc:sldChg>
      <pc:sldChg chg="addSp delSp modSp new mod">
        <pc:chgData name="nikhil sai" userId="72e3e0b6fd12e361" providerId="LiveId" clId="{F898C08E-F426-4AD8-A295-1D63E45155CB}" dt="2026-04-06T05:36:51.952" v="529" actId="14100"/>
        <pc:sldMkLst>
          <pc:docMk/>
          <pc:sldMk cId="1617027461" sldId="285"/>
        </pc:sldMkLst>
        <pc:spChg chg="mod">
          <ac:chgData name="nikhil sai" userId="72e3e0b6fd12e361" providerId="LiveId" clId="{F898C08E-F426-4AD8-A295-1D63E45155CB}" dt="2026-04-06T05:36:15.777" v="521" actId="20577"/>
          <ac:spMkLst>
            <pc:docMk/>
            <pc:sldMk cId="1617027461" sldId="285"/>
            <ac:spMk id="2" creationId="{E9491751-C066-492D-8F75-DB6913888489}"/>
          </ac:spMkLst>
        </pc:spChg>
        <pc:picChg chg="add mod">
          <ac:chgData name="nikhil sai" userId="72e3e0b6fd12e361" providerId="LiveId" clId="{F898C08E-F426-4AD8-A295-1D63E45155CB}" dt="2026-04-06T05:36:51.952" v="529" actId="14100"/>
          <ac:picMkLst>
            <pc:docMk/>
            <pc:sldMk cId="1617027461" sldId="285"/>
            <ac:picMk id="4" creationId="{4583C52E-1501-9BD2-6F18-2E0A68ED0FE5}"/>
          </ac:picMkLst>
        </pc:picChg>
      </pc:sldChg>
      <pc:sldChg chg="addSp delSp modSp new mod">
        <pc:chgData name="nikhil sai" userId="72e3e0b6fd12e361" providerId="LiveId" clId="{F898C08E-F426-4AD8-A295-1D63E45155CB}" dt="2026-04-06T06:01:59.595" v="1448" actId="403"/>
        <pc:sldMkLst>
          <pc:docMk/>
          <pc:sldMk cId="3735092749" sldId="286"/>
        </pc:sldMkLst>
        <pc:spChg chg="mod">
          <ac:chgData name="nikhil sai" userId="72e3e0b6fd12e361" providerId="LiveId" clId="{F898C08E-F426-4AD8-A295-1D63E45155CB}" dt="2026-04-06T06:01:17.301" v="1435" actId="115"/>
          <ac:spMkLst>
            <pc:docMk/>
            <pc:sldMk cId="3735092749" sldId="286"/>
            <ac:spMk id="2" creationId="{D156BCBE-B040-7BC0-6142-00A5D8CCC170}"/>
          </ac:spMkLst>
        </pc:spChg>
        <pc:spChg chg="add del mod">
          <ac:chgData name="nikhil sai" userId="72e3e0b6fd12e361" providerId="LiveId" clId="{F898C08E-F426-4AD8-A295-1D63E45155CB}" dt="2026-04-06T06:01:59.595" v="1448" actId="403"/>
          <ac:spMkLst>
            <pc:docMk/>
            <pc:sldMk cId="3735092749" sldId="286"/>
            <ac:spMk id="3" creationId="{2EA4BF84-3B1D-CFF4-FBCA-EEB2AFC73B2F}"/>
          </ac:spMkLst>
        </pc:spChg>
      </pc:sldChg>
      <pc:sldChg chg="addSp delSp modSp new mod">
        <pc:chgData name="nikhil sai" userId="72e3e0b6fd12e361" providerId="LiveId" clId="{F898C08E-F426-4AD8-A295-1D63E45155CB}" dt="2026-04-08T05:50:20.836" v="1839" actId="122"/>
        <pc:sldMkLst>
          <pc:docMk/>
          <pc:sldMk cId="2877243727" sldId="287"/>
        </pc:sldMkLst>
        <pc:graphicFrameChg chg="add mod modGraphic">
          <ac:chgData name="nikhil sai" userId="72e3e0b6fd12e361" providerId="LiveId" clId="{F898C08E-F426-4AD8-A295-1D63E45155CB}" dt="2026-04-08T05:50:20.836" v="1839" actId="122"/>
          <ac:graphicFrameMkLst>
            <pc:docMk/>
            <pc:sldMk cId="2877243727" sldId="287"/>
            <ac:graphicFrameMk id="4" creationId="{CA65DAAF-2173-488F-B115-86B619F866C3}"/>
          </ac:graphicFrameMkLst>
        </pc:graphicFrameChg>
      </pc:sldChg>
      <pc:sldChg chg="addSp delSp modSp new mod">
        <pc:chgData name="nikhil sai" userId="72e3e0b6fd12e361" providerId="LiveId" clId="{F898C08E-F426-4AD8-A295-1D63E45155CB}" dt="2026-04-11T15:32:03.862" v="1858" actId="14100"/>
        <pc:sldMkLst>
          <pc:docMk/>
          <pc:sldMk cId="3055342428" sldId="288"/>
        </pc:sldMkLst>
        <pc:spChg chg="mod">
          <ac:chgData name="nikhil sai" userId="72e3e0b6fd12e361" providerId="LiveId" clId="{F898C08E-F426-4AD8-A295-1D63E45155CB}" dt="2026-04-08T05:37:01.578" v="1831" actId="14100"/>
          <ac:spMkLst>
            <pc:docMk/>
            <pc:sldMk cId="3055342428" sldId="288"/>
            <ac:spMk id="2" creationId="{95417C1F-17B0-B2AC-0F22-800EFDA32487}"/>
          </ac:spMkLst>
        </pc:spChg>
        <pc:spChg chg="add del mod">
          <ac:chgData name="nikhil sai" userId="72e3e0b6fd12e361" providerId="LiveId" clId="{F898C08E-F426-4AD8-A295-1D63E45155CB}" dt="2026-04-11T15:31:43.578" v="1852" actId="22"/>
          <ac:spMkLst>
            <pc:docMk/>
            <pc:sldMk cId="3055342428" sldId="288"/>
            <ac:spMk id="4" creationId="{3CFDE024-791C-B307-2362-29C1CCB69D64}"/>
          </ac:spMkLst>
        </pc:spChg>
        <pc:picChg chg="add del mod ord">
          <ac:chgData name="nikhil sai" userId="72e3e0b6fd12e361" providerId="LiveId" clId="{F898C08E-F426-4AD8-A295-1D63E45155CB}" dt="2026-04-11T15:30:33.759" v="1851" actId="21"/>
          <ac:picMkLst>
            <pc:docMk/>
            <pc:sldMk cId="3055342428" sldId="288"/>
            <ac:picMk id="6" creationId="{914C8E0A-F040-FBF0-EAF2-0EDF8E86122E}"/>
          </ac:picMkLst>
        </pc:picChg>
        <pc:picChg chg="add mod ord">
          <ac:chgData name="nikhil sai" userId="72e3e0b6fd12e361" providerId="LiveId" clId="{F898C08E-F426-4AD8-A295-1D63E45155CB}" dt="2026-04-11T15:32:03.862" v="1858" actId="14100"/>
          <ac:picMkLst>
            <pc:docMk/>
            <pc:sldMk cId="3055342428" sldId="288"/>
            <ac:picMk id="7" creationId="{98CB36B7-7256-8D1C-F1A1-8B33A5D7D7AB}"/>
          </ac:picMkLst>
        </pc:picChg>
      </pc:sldChg>
      <pc:sldChg chg="addSp delSp modSp new mod">
        <pc:chgData name="nikhil sai" userId="72e3e0b6fd12e361" providerId="LiveId" clId="{F898C08E-F426-4AD8-A295-1D63E45155CB}" dt="2026-04-11T15:35:39.143" v="1871" actId="14100"/>
        <pc:sldMkLst>
          <pc:docMk/>
          <pc:sldMk cId="1325571989" sldId="289"/>
        </pc:sldMkLst>
        <pc:spChg chg="mod">
          <ac:chgData name="nikhil sai" userId="72e3e0b6fd12e361" providerId="LiveId" clId="{F898C08E-F426-4AD8-A295-1D63E45155CB}" dt="2026-04-11T15:34:04.938" v="1867" actId="20577"/>
          <ac:spMkLst>
            <pc:docMk/>
            <pc:sldMk cId="1325571989" sldId="289"/>
            <ac:spMk id="2" creationId="{9E03BFC1-0758-5936-677A-8559A6C44C13}"/>
          </ac:spMkLst>
        </pc:spChg>
        <pc:spChg chg="del mod">
          <ac:chgData name="nikhil sai" userId="72e3e0b6fd12e361" providerId="LiveId" clId="{F898C08E-F426-4AD8-A295-1D63E45155CB}" dt="2026-04-11T15:35:31.615" v="1869" actId="22"/>
          <ac:spMkLst>
            <pc:docMk/>
            <pc:sldMk cId="1325571989" sldId="289"/>
            <ac:spMk id="3" creationId="{7D8B7081-BD97-B5D6-34A1-E5F3EF12E2CD}"/>
          </ac:spMkLst>
        </pc:spChg>
        <pc:picChg chg="add mod ord">
          <ac:chgData name="nikhil sai" userId="72e3e0b6fd12e361" providerId="LiveId" clId="{F898C08E-F426-4AD8-A295-1D63E45155CB}" dt="2026-04-11T15:35:39.143" v="1871" actId="14100"/>
          <ac:picMkLst>
            <pc:docMk/>
            <pc:sldMk cId="1325571989" sldId="289"/>
            <ac:picMk id="5" creationId="{CBD08C5B-CB39-63C8-AC74-A010335AF0A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C04A5E-B2AA-4054-A7B4-036B3C731BF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5A26E8-8E5A-43B0-B907-090D37F1D481}">
      <dgm:prSet/>
      <dgm:spPr/>
      <dgm:t>
        <a:bodyPr/>
        <a:lstStyle/>
        <a:p>
          <a:r>
            <a:rPr lang="en-US" dirty="0"/>
            <a:t>[1] D. A. García-Barrios, “Epistemic partner or cognitive crutch: A conceptual model of cognitive offloading in human–artificial intelligence collaboration,” </a:t>
          </a:r>
          <a:r>
            <a:rPr lang="en-US" i="1" dirty="0"/>
            <a:t>IEEE</a:t>
          </a:r>
          <a:r>
            <a:rPr lang="en-US" dirty="0"/>
            <a:t>, pp. 7–8, Jan. 2026, </a:t>
          </a:r>
          <a:r>
            <a:rPr lang="en-US" dirty="0" err="1"/>
            <a:t>doi</a:t>
          </a:r>
          <a:r>
            <a:rPr lang="en-US" dirty="0"/>
            <a:t>: 10.1109/MIC.2025.3626694. </a:t>
          </a:r>
        </a:p>
        <a:p>
          <a:r>
            <a:rPr lang="en-US" dirty="0"/>
            <a:t>[2] R. Varghese, Ananya R., N. V., Sagarika T. H., and Sanjana N., “Smart crutches using IOT,” Int. J. </a:t>
          </a:r>
          <a:r>
            <a:rPr lang="en-US" dirty="0" err="1"/>
            <a:t>Innov</a:t>
          </a:r>
          <a:r>
            <a:rPr lang="en-US" dirty="0"/>
            <a:t>. Res. Sci. Eng. Technol. (IJIRSET), vol. 13, no. 8, pp. 15549-15551, Aug. 2024. </a:t>
          </a:r>
        </a:p>
      </dgm:t>
    </dgm:pt>
    <dgm:pt modelId="{0E2600A5-8518-48DF-879E-A010C546A328}" type="parTrans" cxnId="{5378A769-E806-48EC-BA11-F21A1D382149}">
      <dgm:prSet/>
      <dgm:spPr/>
      <dgm:t>
        <a:bodyPr/>
        <a:lstStyle/>
        <a:p>
          <a:endParaRPr lang="en-US"/>
        </a:p>
      </dgm:t>
    </dgm:pt>
    <dgm:pt modelId="{81109511-41B1-43D6-A782-B3F48E1FAC66}" type="sibTrans" cxnId="{5378A769-E806-48EC-BA11-F21A1D382149}">
      <dgm:prSet/>
      <dgm:spPr/>
      <dgm:t>
        <a:bodyPr/>
        <a:lstStyle/>
        <a:p>
          <a:endParaRPr lang="en-US"/>
        </a:p>
      </dgm:t>
    </dgm:pt>
    <dgm:pt modelId="{43ED1D35-E235-475D-9FE7-4F0EF98110B1}">
      <dgm:prSet/>
      <dgm:spPr/>
      <dgm:t>
        <a:bodyPr/>
        <a:lstStyle/>
        <a:p>
          <a:r>
            <a:rPr lang="en-US" dirty="0"/>
            <a:t>[5] M. Mukherjee, A. I. Faisal, N. Balakrishnan, S. Kumar, and M. J. Deen, “An inferential model for understanding the effects of demographic and gait factors and their interactions on the human gait index: A beta regression approach,” IEEE Journal of Biomedical and Health Informatics, vol. 29, no. 10, Oct. 2025.  </a:t>
          </a:r>
        </a:p>
        <a:p>
          <a:r>
            <a:rPr lang="en-US" dirty="0"/>
            <a:t>[6] V. A. </a:t>
          </a:r>
          <a:r>
            <a:rPr lang="en-US" dirty="0" err="1"/>
            <a:t>Arcobelli</a:t>
          </a:r>
          <a:r>
            <a:rPr lang="en-US" dirty="0"/>
            <a:t>, M. </a:t>
          </a:r>
          <a:r>
            <a:rPr lang="en-US" dirty="0" err="1"/>
            <a:t>Zauli</a:t>
          </a:r>
          <a:r>
            <a:rPr lang="en-US" dirty="0"/>
            <a:t>, G. </a:t>
          </a:r>
          <a:r>
            <a:rPr lang="en-US" dirty="0" err="1"/>
            <a:t>Galteri</a:t>
          </a:r>
          <a:r>
            <a:rPr lang="en-US" dirty="0"/>
            <a:t>, L. </a:t>
          </a:r>
          <a:r>
            <a:rPr lang="en-US" dirty="0" err="1"/>
            <a:t>Cristofolini</a:t>
          </a:r>
          <a:r>
            <a:rPr lang="en-US" dirty="0"/>
            <a:t>, L. Chiari, A. Cappello and L. De Marchi,“</a:t>
          </a:r>
          <a:r>
            <a:rPr lang="en-US" dirty="0" err="1"/>
            <a:t>mCrutch</a:t>
          </a:r>
          <a:r>
            <a:rPr lang="en-US" dirty="0"/>
            <a:t>: A Novel m-Health Approach Supporting Continuity of Care,”  Sensors, vol. 23, no. 8, 2023, </a:t>
          </a:r>
          <a:r>
            <a:rPr lang="en-US" dirty="0" err="1"/>
            <a:t>doi</a:t>
          </a:r>
          <a:r>
            <a:rPr lang="en-US" dirty="0"/>
            <a:t>: 10.3390/s23084151.</a:t>
          </a:r>
        </a:p>
      </dgm:t>
    </dgm:pt>
    <dgm:pt modelId="{9DCC5BE0-320A-4C87-9FF2-8B517D37D543}" type="parTrans" cxnId="{68253415-C7F4-4B37-9029-43910D8DE008}">
      <dgm:prSet/>
      <dgm:spPr/>
      <dgm:t>
        <a:bodyPr/>
        <a:lstStyle/>
        <a:p>
          <a:endParaRPr lang="en-US"/>
        </a:p>
      </dgm:t>
    </dgm:pt>
    <dgm:pt modelId="{75B0883E-C814-4D75-9A8D-4F1A0AB9D3FF}" type="sibTrans" cxnId="{68253415-C7F4-4B37-9029-43910D8DE008}">
      <dgm:prSet/>
      <dgm:spPr/>
      <dgm:t>
        <a:bodyPr/>
        <a:lstStyle/>
        <a:p>
          <a:endParaRPr lang="en-US"/>
        </a:p>
      </dgm:t>
    </dgm:pt>
    <dgm:pt modelId="{8D69A132-56F6-4CC6-80A7-F34A0AA8B551}">
      <dgm:prSet/>
      <dgm:spPr/>
      <dgm:t>
        <a:bodyPr/>
        <a:lstStyle/>
        <a:p>
          <a:r>
            <a:rPr lang="en-US" dirty="0"/>
            <a:t>[7] P. P. Sarkar, M. A. Tohin, M. A. Khaled, and M. S. Rahman, “Implementation of an instrumented crutch with scalable E-care architecture using IoT,” in </a:t>
          </a:r>
          <a:r>
            <a:rPr lang="en-US" i="1" dirty="0"/>
            <a:t>Proc. 2020 IEEE Region 10 Symposium (TENSYMP)</a:t>
          </a:r>
          <a:r>
            <a:rPr lang="en-US" dirty="0"/>
            <a:t>, 2020, pp. 242-245. </a:t>
          </a:r>
        </a:p>
        <a:p>
          <a:r>
            <a:rPr lang="en-US" dirty="0"/>
            <a:t>[8] R. Sugiyama, N. Tsuda, N. Kato, and Y. Nomura, “Modelling of crutch walk training system with falling sensation device,” in </a:t>
          </a:r>
          <a:r>
            <a:rPr lang="en-US" i="1" dirty="0"/>
            <a:t>Proc. 2018 IEEE Int. Conf. Systems, Man, and Cybernetics (SMC)</a:t>
          </a:r>
          <a:r>
            <a:rPr lang="en-US" dirty="0"/>
            <a:t>, 2018.</a:t>
          </a:r>
        </a:p>
      </dgm:t>
    </dgm:pt>
    <dgm:pt modelId="{EAF422DF-ECA2-4EC0-A0C0-CC881AD8F8F2}" type="parTrans" cxnId="{E1B1E759-85AC-4145-BB51-BA35F4E79D8D}">
      <dgm:prSet/>
      <dgm:spPr/>
      <dgm:t>
        <a:bodyPr/>
        <a:lstStyle/>
        <a:p>
          <a:endParaRPr lang="en-US"/>
        </a:p>
      </dgm:t>
    </dgm:pt>
    <dgm:pt modelId="{8A78D220-7066-404D-A32E-774A6EB97DA4}" type="sibTrans" cxnId="{E1B1E759-85AC-4145-BB51-BA35F4E79D8D}">
      <dgm:prSet/>
      <dgm:spPr/>
      <dgm:t>
        <a:bodyPr/>
        <a:lstStyle/>
        <a:p>
          <a:endParaRPr lang="en-US"/>
        </a:p>
      </dgm:t>
    </dgm:pt>
    <dgm:pt modelId="{5E78B03F-4F60-4B45-A4F5-851622CE1CCB}">
      <dgm:prSet/>
      <dgm:spPr/>
      <dgm:t>
        <a:bodyPr/>
        <a:lstStyle/>
        <a:p>
          <a:r>
            <a:rPr lang="en-US" dirty="0"/>
            <a:t>[3] Z. Guo, Y. Li, Y. Wang, H. Liu, R. Guo, J. Ma, X. Wu, D. Jiang, </a:t>
          </a:r>
          <a:r>
            <a:rPr lang="en-US" dirty="0" err="1"/>
            <a:t>T.Ren</a:t>
          </a:r>
          <a:r>
            <a:rPr lang="en-US" dirty="0"/>
            <a:t>, “Intelligent diagnosis and predictive rehabilitation assessment of chronic ankle instability using shoe-integrated sensor system,” IEEE Trans. Neural Syst. </a:t>
          </a:r>
          <a:r>
            <a:rPr lang="en-US" dirty="0" err="1"/>
            <a:t>Rehabil</a:t>
          </a:r>
          <a:r>
            <a:rPr lang="en-US" dirty="0"/>
            <a:t>. Eng., vol. 33, 2025.</a:t>
          </a:r>
        </a:p>
        <a:p>
          <a:r>
            <a:rPr lang="en-US" dirty="0"/>
            <a:t> [4] B. </a:t>
          </a:r>
          <a:r>
            <a:rPr lang="en-US" dirty="0" err="1"/>
            <a:t>Naets</a:t>
          </a:r>
          <a:r>
            <a:rPr lang="en-US" dirty="0"/>
            <a:t>, Z. Guo, Y. Li, Y. Wang, H. Liu, J. Ma, X. Wu, T. Ren, D. Jiang, and R. Guo, “Smart walker design for clinical rehabilitation,” IEEE,2022, doi:10.1109/ACCESS.2022.2973815. </a:t>
          </a:r>
        </a:p>
      </dgm:t>
    </dgm:pt>
    <dgm:pt modelId="{6D77A1BD-5499-4DAA-B766-0133DC676BC0}" type="parTrans" cxnId="{F8D8056B-68D8-4D45-85CB-0D6106153F99}">
      <dgm:prSet/>
      <dgm:spPr/>
      <dgm:t>
        <a:bodyPr/>
        <a:lstStyle/>
        <a:p>
          <a:endParaRPr lang="en-IN"/>
        </a:p>
      </dgm:t>
    </dgm:pt>
    <dgm:pt modelId="{F842C45C-E243-474A-A6D2-8AC5D1EA7D78}" type="sibTrans" cxnId="{F8D8056B-68D8-4D45-85CB-0D6106153F99}">
      <dgm:prSet/>
      <dgm:spPr/>
      <dgm:t>
        <a:bodyPr/>
        <a:lstStyle/>
        <a:p>
          <a:endParaRPr lang="en-IN"/>
        </a:p>
      </dgm:t>
    </dgm:pt>
    <dgm:pt modelId="{B1113A3E-CB05-42A1-B85B-E3503A06CB0B}" type="pres">
      <dgm:prSet presAssocID="{A5C04A5E-B2AA-4054-A7B4-036B3C731BFF}" presName="vert0" presStyleCnt="0">
        <dgm:presLayoutVars>
          <dgm:dir/>
          <dgm:animOne val="branch"/>
          <dgm:animLvl val="lvl"/>
        </dgm:presLayoutVars>
      </dgm:prSet>
      <dgm:spPr/>
    </dgm:pt>
    <dgm:pt modelId="{F632A448-F53A-4E90-80BA-B18CDBC02BCB}" type="pres">
      <dgm:prSet presAssocID="{3E5A26E8-8E5A-43B0-B907-090D37F1D481}" presName="thickLine" presStyleLbl="alignNode1" presStyleIdx="0" presStyleCnt="4"/>
      <dgm:spPr/>
    </dgm:pt>
    <dgm:pt modelId="{C651CEF8-96B9-4F04-9461-5A207A94E265}" type="pres">
      <dgm:prSet presAssocID="{3E5A26E8-8E5A-43B0-B907-090D37F1D481}" presName="horz1" presStyleCnt="0"/>
      <dgm:spPr/>
    </dgm:pt>
    <dgm:pt modelId="{696DE360-45FD-49CB-9D40-1B0935DEB859}" type="pres">
      <dgm:prSet presAssocID="{3E5A26E8-8E5A-43B0-B907-090D37F1D481}" presName="tx1" presStyleLbl="revTx" presStyleIdx="0" presStyleCnt="4" custScaleY="54274"/>
      <dgm:spPr/>
    </dgm:pt>
    <dgm:pt modelId="{61B44B71-19AF-4FBB-9609-8BE31565728F}" type="pres">
      <dgm:prSet presAssocID="{3E5A26E8-8E5A-43B0-B907-090D37F1D481}" presName="vert1" presStyleCnt="0"/>
      <dgm:spPr/>
    </dgm:pt>
    <dgm:pt modelId="{1C3C043C-D26A-4C68-B5D5-9F8877398A9F}" type="pres">
      <dgm:prSet presAssocID="{5E78B03F-4F60-4B45-A4F5-851622CE1CCB}" presName="thickLine" presStyleLbl="alignNode1" presStyleIdx="1" presStyleCnt="4"/>
      <dgm:spPr/>
    </dgm:pt>
    <dgm:pt modelId="{990A7CD0-0071-419B-A114-65C41BEFDBCE}" type="pres">
      <dgm:prSet presAssocID="{5E78B03F-4F60-4B45-A4F5-851622CE1CCB}" presName="horz1" presStyleCnt="0"/>
      <dgm:spPr/>
    </dgm:pt>
    <dgm:pt modelId="{B6F2A402-C23A-4B92-B179-8C53CA717EDC}" type="pres">
      <dgm:prSet presAssocID="{5E78B03F-4F60-4B45-A4F5-851622CE1CCB}" presName="tx1" presStyleLbl="revTx" presStyleIdx="1" presStyleCnt="4" custScaleY="74693"/>
      <dgm:spPr/>
    </dgm:pt>
    <dgm:pt modelId="{A8529619-94A0-4D16-B958-C4A0C4DD0590}" type="pres">
      <dgm:prSet presAssocID="{5E78B03F-4F60-4B45-A4F5-851622CE1CCB}" presName="vert1" presStyleCnt="0"/>
      <dgm:spPr/>
    </dgm:pt>
    <dgm:pt modelId="{688AB2CF-DAC9-4E84-9848-B4C397B6070C}" type="pres">
      <dgm:prSet presAssocID="{43ED1D35-E235-475D-9FE7-4F0EF98110B1}" presName="thickLine" presStyleLbl="alignNode1" presStyleIdx="2" presStyleCnt="4"/>
      <dgm:spPr/>
    </dgm:pt>
    <dgm:pt modelId="{6E833D09-717C-487F-A9B0-30E9B9A4E1B2}" type="pres">
      <dgm:prSet presAssocID="{43ED1D35-E235-475D-9FE7-4F0EF98110B1}" presName="horz1" presStyleCnt="0"/>
      <dgm:spPr/>
    </dgm:pt>
    <dgm:pt modelId="{0CFC215A-C665-4A2A-80EE-787A6BBE137F}" type="pres">
      <dgm:prSet presAssocID="{43ED1D35-E235-475D-9FE7-4F0EF98110B1}" presName="tx1" presStyleLbl="revTx" presStyleIdx="2" presStyleCnt="4" custScaleY="70537"/>
      <dgm:spPr/>
    </dgm:pt>
    <dgm:pt modelId="{4EED796C-562B-4679-8105-6D30226D4F44}" type="pres">
      <dgm:prSet presAssocID="{43ED1D35-E235-475D-9FE7-4F0EF98110B1}" presName="vert1" presStyleCnt="0"/>
      <dgm:spPr/>
    </dgm:pt>
    <dgm:pt modelId="{180A8687-9E6C-4F3A-943F-A4526E04CCB4}" type="pres">
      <dgm:prSet presAssocID="{8D69A132-56F6-4CC6-80A7-F34A0AA8B551}" presName="thickLine" presStyleLbl="alignNode1" presStyleIdx="3" presStyleCnt="4"/>
      <dgm:spPr/>
    </dgm:pt>
    <dgm:pt modelId="{FB3A31B2-5423-4109-93D8-C7C202D47EAC}" type="pres">
      <dgm:prSet presAssocID="{8D69A132-56F6-4CC6-80A7-F34A0AA8B551}" presName="horz1" presStyleCnt="0"/>
      <dgm:spPr/>
    </dgm:pt>
    <dgm:pt modelId="{F2227E8A-FC28-4A79-9E32-03F006403AB9}" type="pres">
      <dgm:prSet presAssocID="{8D69A132-56F6-4CC6-80A7-F34A0AA8B551}" presName="tx1" presStyleLbl="revTx" presStyleIdx="3" presStyleCnt="4"/>
      <dgm:spPr/>
    </dgm:pt>
    <dgm:pt modelId="{5C5CDA4D-64E1-409D-9E51-13B394000A27}" type="pres">
      <dgm:prSet presAssocID="{8D69A132-56F6-4CC6-80A7-F34A0AA8B551}" presName="vert1" presStyleCnt="0"/>
      <dgm:spPr/>
    </dgm:pt>
  </dgm:ptLst>
  <dgm:cxnLst>
    <dgm:cxn modelId="{68253415-C7F4-4B37-9029-43910D8DE008}" srcId="{A5C04A5E-B2AA-4054-A7B4-036B3C731BFF}" destId="{43ED1D35-E235-475D-9FE7-4F0EF98110B1}" srcOrd="2" destOrd="0" parTransId="{9DCC5BE0-320A-4C87-9FF2-8B517D37D543}" sibTransId="{75B0883E-C814-4D75-9A8D-4F1A0AB9D3FF}"/>
    <dgm:cxn modelId="{6C548125-F556-452F-A203-092AE14814D1}" type="presOf" srcId="{43ED1D35-E235-475D-9FE7-4F0EF98110B1}" destId="{0CFC215A-C665-4A2A-80EE-787A6BBE137F}" srcOrd="0" destOrd="0" presId="urn:microsoft.com/office/officeart/2008/layout/LinedList"/>
    <dgm:cxn modelId="{A6AD152D-2221-4778-9EEA-6DE3DB1AB35E}" type="presOf" srcId="{3E5A26E8-8E5A-43B0-B907-090D37F1D481}" destId="{696DE360-45FD-49CB-9D40-1B0935DEB859}" srcOrd="0" destOrd="0" presId="urn:microsoft.com/office/officeart/2008/layout/LinedList"/>
    <dgm:cxn modelId="{E2BE1F44-A854-4640-8510-19C71D422F6A}" type="presOf" srcId="{5E78B03F-4F60-4B45-A4F5-851622CE1CCB}" destId="{B6F2A402-C23A-4B92-B179-8C53CA717EDC}" srcOrd="0" destOrd="0" presId="urn:microsoft.com/office/officeart/2008/layout/LinedList"/>
    <dgm:cxn modelId="{5378A769-E806-48EC-BA11-F21A1D382149}" srcId="{A5C04A5E-B2AA-4054-A7B4-036B3C731BFF}" destId="{3E5A26E8-8E5A-43B0-B907-090D37F1D481}" srcOrd="0" destOrd="0" parTransId="{0E2600A5-8518-48DF-879E-A010C546A328}" sibTransId="{81109511-41B1-43D6-A782-B3F48E1FAC66}"/>
    <dgm:cxn modelId="{F8D8056B-68D8-4D45-85CB-0D6106153F99}" srcId="{A5C04A5E-B2AA-4054-A7B4-036B3C731BFF}" destId="{5E78B03F-4F60-4B45-A4F5-851622CE1CCB}" srcOrd="1" destOrd="0" parTransId="{6D77A1BD-5499-4DAA-B766-0133DC676BC0}" sibTransId="{F842C45C-E243-474A-A6D2-8AC5D1EA7D78}"/>
    <dgm:cxn modelId="{E1B1E759-85AC-4145-BB51-BA35F4E79D8D}" srcId="{A5C04A5E-B2AA-4054-A7B4-036B3C731BFF}" destId="{8D69A132-56F6-4CC6-80A7-F34A0AA8B551}" srcOrd="3" destOrd="0" parTransId="{EAF422DF-ECA2-4EC0-A0C0-CC881AD8F8F2}" sibTransId="{8A78D220-7066-404D-A32E-774A6EB97DA4}"/>
    <dgm:cxn modelId="{CFB66E82-50AD-40D7-A758-835C4542B929}" type="presOf" srcId="{A5C04A5E-B2AA-4054-A7B4-036B3C731BFF}" destId="{B1113A3E-CB05-42A1-B85B-E3503A06CB0B}" srcOrd="0" destOrd="0" presId="urn:microsoft.com/office/officeart/2008/layout/LinedList"/>
    <dgm:cxn modelId="{14CF72C2-AA72-4CAF-BBE7-12F7096B8468}" type="presOf" srcId="{8D69A132-56F6-4CC6-80A7-F34A0AA8B551}" destId="{F2227E8A-FC28-4A79-9E32-03F006403AB9}" srcOrd="0" destOrd="0" presId="urn:microsoft.com/office/officeart/2008/layout/LinedList"/>
    <dgm:cxn modelId="{84B2B132-5301-42C0-9530-89B9B26BFE0D}" type="presParOf" srcId="{B1113A3E-CB05-42A1-B85B-E3503A06CB0B}" destId="{F632A448-F53A-4E90-80BA-B18CDBC02BCB}" srcOrd="0" destOrd="0" presId="urn:microsoft.com/office/officeart/2008/layout/LinedList"/>
    <dgm:cxn modelId="{2E40A28D-26C6-4016-B8A9-703D3B37DCB3}" type="presParOf" srcId="{B1113A3E-CB05-42A1-B85B-E3503A06CB0B}" destId="{C651CEF8-96B9-4F04-9461-5A207A94E265}" srcOrd="1" destOrd="0" presId="urn:microsoft.com/office/officeart/2008/layout/LinedList"/>
    <dgm:cxn modelId="{38871396-3C02-4E03-82B6-66ECD971243B}" type="presParOf" srcId="{C651CEF8-96B9-4F04-9461-5A207A94E265}" destId="{696DE360-45FD-49CB-9D40-1B0935DEB859}" srcOrd="0" destOrd="0" presId="urn:microsoft.com/office/officeart/2008/layout/LinedList"/>
    <dgm:cxn modelId="{A749B848-B41E-4E5B-B233-1E6D6DB0A74A}" type="presParOf" srcId="{C651CEF8-96B9-4F04-9461-5A207A94E265}" destId="{61B44B71-19AF-4FBB-9609-8BE31565728F}" srcOrd="1" destOrd="0" presId="urn:microsoft.com/office/officeart/2008/layout/LinedList"/>
    <dgm:cxn modelId="{2C2D62BA-2F59-412C-B146-EA34A7A81E47}" type="presParOf" srcId="{B1113A3E-CB05-42A1-B85B-E3503A06CB0B}" destId="{1C3C043C-D26A-4C68-B5D5-9F8877398A9F}" srcOrd="2" destOrd="0" presId="urn:microsoft.com/office/officeart/2008/layout/LinedList"/>
    <dgm:cxn modelId="{BAB55469-C369-40E7-B524-16755814883E}" type="presParOf" srcId="{B1113A3E-CB05-42A1-B85B-E3503A06CB0B}" destId="{990A7CD0-0071-419B-A114-65C41BEFDBCE}" srcOrd="3" destOrd="0" presId="urn:microsoft.com/office/officeart/2008/layout/LinedList"/>
    <dgm:cxn modelId="{D8ADF9C4-A520-445E-B59A-8758966DB9F5}" type="presParOf" srcId="{990A7CD0-0071-419B-A114-65C41BEFDBCE}" destId="{B6F2A402-C23A-4B92-B179-8C53CA717EDC}" srcOrd="0" destOrd="0" presId="urn:microsoft.com/office/officeart/2008/layout/LinedList"/>
    <dgm:cxn modelId="{B9AF4022-E2B6-4D9A-B747-35D62587F69B}" type="presParOf" srcId="{990A7CD0-0071-419B-A114-65C41BEFDBCE}" destId="{A8529619-94A0-4D16-B958-C4A0C4DD0590}" srcOrd="1" destOrd="0" presId="urn:microsoft.com/office/officeart/2008/layout/LinedList"/>
    <dgm:cxn modelId="{F64CA62A-045A-4DB9-8B24-523316763913}" type="presParOf" srcId="{B1113A3E-CB05-42A1-B85B-E3503A06CB0B}" destId="{688AB2CF-DAC9-4E84-9848-B4C397B6070C}" srcOrd="4" destOrd="0" presId="urn:microsoft.com/office/officeart/2008/layout/LinedList"/>
    <dgm:cxn modelId="{E19F2E21-5F7B-4D9C-9555-D611CD4E1A5B}" type="presParOf" srcId="{B1113A3E-CB05-42A1-B85B-E3503A06CB0B}" destId="{6E833D09-717C-487F-A9B0-30E9B9A4E1B2}" srcOrd="5" destOrd="0" presId="urn:microsoft.com/office/officeart/2008/layout/LinedList"/>
    <dgm:cxn modelId="{1EDF7A52-6E30-4ACE-962B-1227E1FECE54}" type="presParOf" srcId="{6E833D09-717C-487F-A9B0-30E9B9A4E1B2}" destId="{0CFC215A-C665-4A2A-80EE-787A6BBE137F}" srcOrd="0" destOrd="0" presId="urn:microsoft.com/office/officeart/2008/layout/LinedList"/>
    <dgm:cxn modelId="{93CC2C71-25EC-4142-BC14-0E960FE04042}" type="presParOf" srcId="{6E833D09-717C-487F-A9B0-30E9B9A4E1B2}" destId="{4EED796C-562B-4679-8105-6D30226D4F44}" srcOrd="1" destOrd="0" presId="urn:microsoft.com/office/officeart/2008/layout/LinedList"/>
    <dgm:cxn modelId="{6B0F6AB1-3AF0-4E48-B505-BED826E30EBF}" type="presParOf" srcId="{B1113A3E-CB05-42A1-B85B-E3503A06CB0B}" destId="{180A8687-9E6C-4F3A-943F-A4526E04CCB4}" srcOrd="6" destOrd="0" presId="urn:microsoft.com/office/officeart/2008/layout/LinedList"/>
    <dgm:cxn modelId="{8B2375DF-ABBF-4951-8E7A-27CFB33BF2E3}" type="presParOf" srcId="{B1113A3E-CB05-42A1-B85B-E3503A06CB0B}" destId="{FB3A31B2-5423-4109-93D8-C7C202D47EAC}" srcOrd="7" destOrd="0" presId="urn:microsoft.com/office/officeart/2008/layout/LinedList"/>
    <dgm:cxn modelId="{E603DE6A-637F-4FBB-A41A-23A4FAF3DEE7}" type="presParOf" srcId="{FB3A31B2-5423-4109-93D8-C7C202D47EAC}" destId="{F2227E8A-FC28-4A79-9E32-03F006403AB9}" srcOrd="0" destOrd="0" presId="urn:microsoft.com/office/officeart/2008/layout/LinedList"/>
    <dgm:cxn modelId="{2A7F89F2-F0C3-4E47-B2C7-16920F98FC9C}" type="presParOf" srcId="{FB3A31B2-5423-4109-93D8-C7C202D47EAC}" destId="{5C5CDA4D-64E1-409D-9E51-13B394000A2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2A448-F53A-4E90-80BA-B18CDBC02BCB}">
      <dsp:nvSpPr>
        <dsp:cNvPr id="0" name=""/>
        <dsp:cNvSpPr/>
      </dsp:nvSpPr>
      <dsp:spPr>
        <a:xfrm>
          <a:off x="0" y="2931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DE360-45FD-49CB-9D40-1B0935DEB859}">
      <dsp:nvSpPr>
        <dsp:cNvPr id="0" name=""/>
        <dsp:cNvSpPr/>
      </dsp:nvSpPr>
      <dsp:spPr>
        <a:xfrm>
          <a:off x="0" y="2931"/>
          <a:ext cx="8058150" cy="910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[1] D. A. García-Barrios, “Epistemic partner or cognitive crutch: A conceptual model of cognitive offloading in human–artificial intelligence collaboration,” </a:t>
          </a:r>
          <a:r>
            <a:rPr lang="en-US" sz="1300" i="1" kern="1200" dirty="0"/>
            <a:t>IEEE</a:t>
          </a:r>
          <a:r>
            <a:rPr lang="en-US" sz="1300" kern="1200" dirty="0"/>
            <a:t>, pp. 7–8, Jan. 2026, </a:t>
          </a:r>
          <a:r>
            <a:rPr lang="en-US" sz="1300" kern="1200" dirty="0" err="1"/>
            <a:t>doi</a:t>
          </a:r>
          <a:r>
            <a:rPr lang="en-US" sz="1300" kern="1200" dirty="0"/>
            <a:t>: 10.1109/MIC.2025.3626694.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[2] R. Varghese, Ananya R., N. V., Sagarika T. H., and Sanjana N., “Smart crutches using IOT,” Int. J. </a:t>
          </a:r>
          <a:r>
            <a:rPr lang="en-US" sz="1300" kern="1200" dirty="0" err="1"/>
            <a:t>Innov</a:t>
          </a:r>
          <a:r>
            <a:rPr lang="en-US" sz="1300" kern="1200" dirty="0"/>
            <a:t>. Res. Sci. Eng. Technol. (IJIRSET), vol. 13, no. 8, pp. 15549-15551, Aug. 2024. </a:t>
          </a:r>
        </a:p>
      </dsp:txBody>
      <dsp:txXfrm>
        <a:off x="0" y="2931"/>
        <a:ext cx="8058150" cy="910293"/>
      </dsp:txXfrm>
    </dsp:sp>
    <dsp:sp modelId="{1C3C043C-D26A-4C68-B5D5-9F8877398A9F}">
      <dsp:nvSpPr>
        <dsp:cNvPr id="0" name=""/>
        <dsp:cNvSpPr/>
      </dsp:nvSpPr>
      <dsp:spPr>
        <a:xfrm>
          <a:off x="0" y="913225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2A402-C23A-4B92-B179-8C53CA717EDC}">
      <dsp:nvSpPr>
        <dsp:cNvPr id="0" name=""/>
        <dsp:cNvSpPr/>
      </dsp:nvSpPr>
      <dsp:spPr>
        <a:xfrm>
          <a:off x="0" y="913225"/>
          <a:ext cx="8058150" cy="1252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[3] Z. Guo, Y. Li, Y. Wang, H. Liu, R. Guo, J. Ma, X. Wu, D. Jiang, </a:t>
          </a:r>
          <a:r>
            <a:rPr lang="en-US" sz="1300" kern="1200" dirty="0" err="1"/>
            <a:t>T.Ren</a:t>
          </a:r>
          <a:r>
            <a:rPr lang="en-US" sz="1300" kern="1200" dirty="0"/>
            <a:t>, “Intelligent diagnosis and predictive rehabilitation assessment of chronic ankle instability using shoe-integrated sensor system,” IEEE Trans. Neural Syst. </a:t>
          </a:r>
          <a:r>
            <a:rPr lang="en-US" sz="1300" kern="1200" dirty="0" err="1"/>
            <a:t>Rehabil</a:t>
          </a:r>
          <a:r>
            <a:rPr lang="en-US" sz="1300" kern="1200" dirty="0"/>
            <a:t>. Eng., vol. 33, 2025.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[4] B. </a:t>
          </a:r>
          <a:r>
            <a:rPr lang="en-US" sz="1300" kern="1200" dirty="0" err="1"/>
            <a:t>Naets</a:t>
          </a:r>
          <a:r>
            <a:rPr lang="en-US" sz="1300" kern="1200" dirty="0"/>
            <a:t>, Z. Guo, Y. Li, Y. Wang, H. Liu, J. Ma, X. Wu, T. Ren, D. Jiang, and R. Guo, “Smart walker design for clinical rehabilitation,” IEEE,2022, doi:10.1109/ACCESS.2022.2973815. </a:t>
          </a:r>
        </a:p>
      </dsp:txBody>
      <dsp:txXfrm>
        <a:off x="0" y="913225"/>
        <a:ext cx="8058150" cy="1252764"/>
      </dsp:txXfrm>
    </dsp:sp>
    <dsp:sp modelId="{688AB2CF-DAC9-4E84-9848-B4C397B6070C}">
      <dsp:nvSpPr>
        <dsp:cNvPr id="0" name=""/>
        <dsp:cNvSpPr/>
      </dsp:nvSpPr>
      <dsp:spPr>
        <a:xfrm>
          <a:off x="0" y="2165990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C215A-C665-4A2A-80EE-787A6BBE137F}">
      <dsp:nvSpPr>
        <dsp:cNvPr id="0" name=""/>
        <dsp:cNvSpPr/>
      </dsp:nvSpPr>
      <dsp:spPr>
        <a:xfrm>
          <a:off x="0" y="2165990"/>
          <a:ext cx="8058150" cy="1183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[5] M. Mukherjee, A. I. Faisal, N. Balakrishnan, S. Kumar, and M. J. Deen, “An inferential model for understanding the effects of demographic and gait factors and their interactions on the human gait index: A beta regression approach,” IEEE Journal of Biomedical and Health Informatics, vol. 29, no. 10, Oct. 2025. 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[6] V. A. </a:t>
          </a:r>
          <a:r>
            <a:rPr lang="en-US" sz="1300" kern="1200" dirty="0" err="1"/>
            <a:t>Arcobelli</a:t>
          </a:r>
          <a:r>
            <a:rPr lang="en-US" sz="1300" kern="1200" dirty="0"/>
            <a:t>, M. </a:t>
          </a:r>
          <a:r>
            <a:rPr lang="en-US" sz="1300" kern="1200" dirty="0" err="1"/>
            <a:t>Zauli</a:t>
          </a:r>
          <a:r>
            <a:rPr lang="en-US" sz="1300" kern="1200" dirty="0"/>
            <a:t>, G. </a:t>
          </a:r>
          <a:r>
            <a:rPr lang="en-US" sz="1300" kern="1200" dirty="0" err="1"/>
            <a:t>Galteri</a:t>
          </a:r>
          <a:r>
            <a:rPr lang="en-US" sz="1300" kern="1200" dirty="0"/>
            <a:t>, L. </a:t>
          </a:r>
          <a:r>
            <a:rPr lang="en-US" sz="1300" kern="1200" dirty="0" err="1"/>
            <a:t>Cristofolini</a:t>
          </a:r>
          <a:r>
            <a:rPr lang="en-US" sz="1300" kern="1200" dirty="0"/>
            <a:t>, L. Chiari, A. Cappello and L. De Marchi,“</a:t>
          </a:r>
          <a:r>
            <a:rPr lang="en-US" sz="1300" kern="1200" dirty="0" err="1"/>
            <a:t>mCrutch</a:t>
          </a:r>
          <a:r>
            <a:rPr lang="en-US" sz="1300" kern="1200" dirty="0"/>
            <a:t>: A Novel m-Health Approach Supporting Continuity of Care,”  Sensors, vol. 23, no. 8, 2023, </a:t>
          </a:r>
          <a:r>
            <a:rPr lang="en-US" sz="1300" kern="1200" dirty="0" err="1"/>
            <a:t>doi</a:t>
          </a:r>
          <a:r>
            <a:rPr lang="en-US" sz="1300" kern="1200" dirty="0"/>
            <a:t>: 10.3390/s23084151.</a:t>
          </a:r>
        </a:p>
      </dsp:txBody>
      <dsp:txXfrm>
        <a:off x="0" y="2165990"/>
        <a:ext cx="8058150" cy="1183059"/>
      </dsp:txXfrm>
    </dsp:sp>
    <dsp:sp modelId="{180A8687-9E6C-4F3A-943F-A4526E04CCB4}">
      <dsp:nvSpPr>
        <dsp:cNvPr id="0" name=""/>
        <dsp:cNvSpPr/>
      </dsp:nvSpPr>
      <dsp:spPr>
        <a:xfrm>
          <a:off x="0" y="3349049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227E8A-FC28-4A79-9E32-03F006403AB9}">
      <dsp:nvSpPr>
        <dsp:cNvPr id="0" name=""/>
        <dsp:cNvSpPr/>
      </dsp:nvSpPr>
      <dsp:spPr>
        <a:xfrm>
          <a:off x="0" y="3349049"/>
          <a:ext cx="8058150" cy="1677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[7] P. P. Sarkar, M. A. Tohin, M. A. Khaled, and M. S. Rahman, “Implementation of an instrumented crutch with scalable E-care architecture using IoT,” in </a:t>
          </a:r>
          <a:r>
            <a:rPr lang="en-US" sz="1300" i="1" kern="1200" dirty="0"/>
            <a:t>Proc. 2020 IEEE Region 10 Symposium (TENSYMP)</a:t>
          </a:r>
          <a:r>
            <a:rPr lang="en-US" sz="1300" kern="1200" dirty="0"/>
            <a:t>, 2020, pp. 242-245.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[8] R. Sugiyama, N. Tsuda, N. Kato, and Y. Nomura, “Modelling of crutch walk training system with falling sensation device,” in </a:t>
          </a:r>
          <a:r>
            <a:rPr lang="en-US" sz="1300" i="1" kern="1200" dirty="0"/>
            <a:t>Proc. 2018 IEEE Int. Conf. Systems, Man, and Cybernetics (SMC)</a:t>
          </a:r>
          <a:r>
            <a:rPr lang="en-US" sz="1300" kern="1200" dirty="0"/>
            <a:t>, 2018.</a:t>
          </a:r>
        </a:p>
      </dsp:txBody>
      <dsp:txXfrm>
        <a:off x="0" y="3349049"/>
        <a:ext cx="8058150" cy="16772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CA81-27B7-0ADC-1E39-0CC35B772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DAEF8-FCAC-FA71-6C73-7A220E0F3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E6BF3-B53B-AA7B-9334-1CE7620A4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E3B5-CA53-42D9-84E1-1C42A17FA04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3A8FE-AB8B-91DA-542A-CE3D4DE02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F14AC-9F26-CFA4-EC21-F7D9070D1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B185-A296-4D73-8668-7E5151E38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52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08A02-6855-DFCE-E507-0224D5D73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3B871-159A-A527-B4FD-464B59ED9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3BF43-E6AB-6CE6-099D-43CB1903F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E3B5-CA53-42D9-84E1-1C42A17FA04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264F7-ECA8-8C22-276B-61B6261FF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31CEF-195A-D1D0-C895-1BCFA269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B185-A296-4D73-8668-7E5151E38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1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747E-D83D-3CE6-166F-869C6FA81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3D4A5-698D-84F3-0834-29644CB80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A0312-4118-4F57-9394-EE5F09EF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E3B5-CA53-42D9-84E1-1C42A17FA04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37889-39EB-2C64-2D35-667C5B4F0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6FF7E-8893-EA78-A65B-29677BDC5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B185-A296-4D73-8668-7E5151E38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4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5A68-B12C-9E26-175B-906B75B2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FAB58-CC11-1AD6-10D4-4F2EE38DC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BAF22-D3B9-3A2F-852C-677DBCFFA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76A62-FDCC-F66D-D198-14726F23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E3B5-CA53-42D9-84E1-1C42A17FA04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3D762-4A95-869B-2F98-B93AB44A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B2D84-3DD6-58E8-E40B-D70805A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B185-A296-4D73-8668-7E5151E38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1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DFBC4-3615-C6B1-7865-126431CC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0A798-72A7-A819-D98E-C4315B4D5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CA0-458E-D920-A53F-406C29572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2B5C58-B05B-5B64-3AB4-A78837B3A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0A698-B71A-436A-BA1E-207BB0A6D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89612-74AC-A403-3ED5-954C2FB1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E3B5-CA53-42D9-84E1-1C42A17FA04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F7C486-FF05-435D-7BD6-AAAE413E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09C31F-B8D2-A0E0-15BE-CE0A4739C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B185-A296-4D73-8668-7E5151E38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41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7A72E-A918-49BD-F8D9-30F5B4D3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AF418A-9496-F893-76DB-22248F335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E3B5-CA53-42D9-84E1-1C42A17FA04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DEED1C-F8E9-D26D-78C4-AE9C68F2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0D758-78A0-135C-D0CC-1182D84FC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B185-A296-4D73-8668-7E5151E38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58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D45D98-14E4-16BC-0FCD-D8A99DF5B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E3B5-CA53-42D9-84E1-1C42A17FA04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D26D7-076D-670F-37D9-BEDCDC37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F1D80-3DC9-1577-B74D-2E74A0730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B185-A296-4D73-8668-7E5151E38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70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251B-FA75-9B80-3F9C-7D0C52FA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DC14C-841A-3259-D4A4-997340F19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CEE20-C45F-332E-E50B-A39CE2EED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100C0-791D-F6FD-492F-2EC24145F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E3B5-CA53-42D9-84E1-1C42A17FA04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AB760-642F-1BCD-8967-DE203ADB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ED08F-6417-5C6A-E925-AB725E72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B185-A296-4D73-8668-7E5151E38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32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47762-299E-00DF-D5A1-C0F6AFC64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C5A828-5ED1-294D-494F-8196F0E732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41FE7-B559-6C4C-17C4-188A0E55C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A62D9-FB68-F60E-66AB-CC2A3305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E3B5-CA53-42D9-84E1-1C42A17FA04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2B9C6-B421-6E18-9F72-4E5BF4EF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CF4B8-983A-AAAD-7A46-9DF7D136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B185-A296-4D73-8668-7E5151E38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82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44FF-AB79-35BB-13A3-55C354812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7EDB3-9DCD-AD73-8CE2-1DE52EF0E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614E0-6273-9CF0-3324-39E6590D0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E3B5-CA53-42D9-84E1-1C42A17FA04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58973-8E82-DE73-716F-CC44A31E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40B84-F1C8-03CE-B53B-0FE8D30B6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B185-A296-4D73-8668-7E5151E38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50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E73579-4CD6-2891-E4A6-36848477B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94592-2EA0-D79F-0410-838881AA2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560D-AEF3-988E-8C3C-E7B6A0FC5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E3B5-CA53-42D9-84E1-1C42A17FA04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617EF-2C6F-C154-81E5-F707F2333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DEDD8-1B4C-C15A-2EF4-C45097AF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B185-A296-4D73-8668-7E5151E38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6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C09347-BFCB-2056-0F65-19FD24FD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CDE6D-BD60-0FF4-5D1E-17B5FED3B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CBFC4-EAB9-FC07-1C8F-F5D77E27E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6E3B5-CA53-42D9-84E1-1C42A17FA04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C040F-72F2-8EE8-E0BF-EAE3B84D6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91175-E444-8854-8226-4147355219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0B185-A296-4D73-8668-7E5151E38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0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" y="2209800"/>
            <a:ext cx="8915400" cy="19812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215EXS2201	Design-Build</a:t>
            </a:r>
            <a:b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Design and Development of a Smart Crutch System for Injury Rehabilitation</a:t>
            </a:r>
            <a:endParaRPr lang="en-US" sz="2500" b="1" dirty="0">
              <a:solidFill>
                <a:srgbClr val="FF0000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B48C8-139F-53EB-54AA-B696799574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21" b="11448"/>
          <a:stretch/>
        </p:blipFill>
        <p:spPr>
          <a:xfrm>
            <a:off x="-24086" y="136253"/>
            <a:ext cx="9144000" cy="1487988"/>
          </a:xfrm>
          <a:prstGeom prst="rect">
            <a:avLst/>
          </a:prstGeom>
        </p:spPr>
      </p:pic>
      <p:sp>
        <p:nvSpPr>
          <p:cNvPr id="5" name="Google Shape;60;p13">
            <a:extLst>
              <a:ext uri="{FF2B5EF4-FFF2-40B4-BE49-F238E27FC236}">
                <a16:creationId xmlns:a16="http://schemas.microsoft.com/office/drawing/2014/main" id="{32E7D085-FF95-B110-258B-572E30EC3BA6}"/>
              </a:ext>
            </a:extLst>
          </p:cNvPr>
          <p:cNvSpPr txBox="1"/>
          <p:nvPr/>
        </p:nvSpPr>
        <p:spPr>
          <a:xfrm>
            <a:off x="304800" y="4289200"/>
            <a:ext cx="4572000" cy="226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2200" b="1" dirty="0">
                <a:solidFill>
                  <a:srgbClr val="99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Supervisor:</a:t>
            </a:r>
            <a:endParaRPr sz="2200" b="1" dirty="0">
              <a:solidFill>
                <a:srgbClr val="99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r>
              <a:rPr lang="en-GB" sz="2200" b="1" dirty="0">
                <a:solidFill>
                  <a:srgbClr val="351C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Dr.S.Sakthivel,</a:t>
            </a:r>
            <a:endParaRPr sz="2200" b="1" dirty="0">
              <a:solidFill>
                <a:srgbClr val="351C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b="1" dirty="0">
                <a:solidFill>
                  <a:srgbClr val="351C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</a:t>
            </a:r>
            <a:endParaRPr sz="2200" b="1" dirty="0">
              <a:solidFill>
                <a:srgbClr val="351C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b="1" dirty="0">
                <a:solidFill>
                  <a:srgbClr val="351C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Biomedical Engineering,</a:t>
            </a:r>
            <a:endParaRPr sz="2200" b="1" dirty="0">
              <a:solidFill>
                <a:srgbClr val="351C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b="1" dirty="0">
                <a:solidFill>
                  <a:srgbClr val="351C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KARE.</a:t>
            </a:r>
            <a:endParaRPr sz="2200" b="1" dirty="0">
              <a:solidFill>
                <a:srgbClr val="351C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61;p13">
            <a:extLst>
              <a:ext uri="{FF2B5EF4-FFF2-40B4-BE49-F238E27FC236}">
                <a16:creationId xmlns:a16="http://schemas.microsoft.com/office/drawing/2014/main" id="{2FCA27EE-56DD-CA9D-4446-32A4DCFF836E}"/>
              </a:ext>
            </a:extLst>
          </p:cNvPr>
          <p:cNvSpPr txBox="1"/>
          <p:nvPr/>
        </p:nvSpPr>
        <p:spPr>
          <a:xfrm>
            <a:off x="3900153" y="4289200"/>
            <a:ext cx="5243847" cy="211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2000" b="1" dirty="0">
                <a:solidFill>
                  <a:srgbClr val="99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Research Scholar:</a:t>
            </a:r>
          </a:p>
          <a:p>
            <a:r>
              <a:rPr lang="en-GB" sz="2000" b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TEAM:10</a:t>
            </a:r>
            <a:endParaRPr lang="en-GB" sz="20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Nikhilsai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(99240040748), 2</a:t>
            </a:r>
            <a:r>
              <a:rPr lang="en-US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Year, CSE</a:t>
            </a:r>
          </a:p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Kowshik Reddy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(99240040758) ,2</a:t>
            </a:r>
            <a:r>
              <a:rPr lang="en-US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Year, CSE</a:t>
            </a:r>
          </a:p>
          <a:p>
            <a:pPr algn="just">
              <a:lnSpc>
                <a:spcPct val="100000"/>
              </a:lnSpc>
            </a:pP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Shanbu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Sundar Reddy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(99240040550),2</a:t>
            </a:r>
            <a:r>
              <a:rPr lang="en-US" sz="16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Year ,CSE</a:t>
            </a:r>
          </a:p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Thilak (9924005117), 2</a:t>
            </a:r>
            <a:r>
              <a:rPr lang="en-US" sz="20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Year, ECE</a:t>
            </a:r>
          </a:p>
          <a:p>
            <a:pPr algn="just">
              <a:lnSpc>
                <a:spcPct val="100000"/>
              </a:lnSpc>
            </a:pPr>
            <a:endParaRPr lang="en-US" sz="1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IN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157514-2E5D-49C4-F923-D065D2E7964B}"/>
              </a:ext>
            </a:extLst>
          </p:cNvPr>
          <p:cNvSpPr txBox="1"/>
          <p:nvPr/>
        </p:nvSpPr>
        <p:spPr>
          <a:xfrm>
            <a:off x="195550" y="1646653"/>
            <a:ext cx="89153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ELECTRONICS, ELECTRICAL AND BIOMEDICAL TECHNOLOGY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BIOMEDICAL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43148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736618" cy="48053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Rehabilitation after lower limb injuries requires controlled weight bearing and proper gait assistance.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crutches provide only physical support, not monitoring.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often face: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weight application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walking posture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recovery tracking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healing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re-injury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smart system that guides and monitors rehabilitation</a:t>
            </a:r>
          </a:p>
        </p:txBody>
      </p:sp>
    </p:spTree>
    <p:extLst>
      <p:ext uri="{BB962C8B-B14F-4D97-AF65-F5344CB8AC3E}">
        <p14:creationId xmlns:p14="http://schemas.microsoft.com/office/powerpoint/2010/main" val="4062361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15B2C-FE7B-3666-1C19-B48F9E6D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IN" sz="4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6ACC5-A8CD-66C6-2A25-E6D397852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704014"/>
            <a:ext cx="7455989" cy="3438166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and personalized smart crutch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support rehabilitation through real-time monitoring and feedback. The system integrates sensors to measure load and detect gait patterns, providing instant vibration-based alerts to users. A mobile application records data, generates progress reports, and enables remote monitoring. Machine learning techniques are incorporated to analyze rehabilitation patterns and predict recovery status. This system transforms a conventional crutch into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healthcare assistant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recovery safety, efficiency, and personalization.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197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AECE-837A-E056-962C-CAA97B01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F4A87-0A9E-6D85-705D-84BA9FBD9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524000"/>
            <a:ext cx="7886700" cy="4968874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crutch with load and motion sensing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feedback using vibration alerts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mobile application for monitoring and tracking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rehabilitation using AI/ML techniques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doctor and guardian monitoring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safe and efficient recovery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risk of incorrect weight bearing and secondary injuries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rehabilitation efficiency and recovery time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13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0391-14C6-A313-CD9F-C6664520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3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Review:-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FFAE3E-9647-B375-E09C-B257A7ADE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9453"/>
              </p:ext>
            </p:extLst>
          </p:nvPr>
        </p:nvGraphicFramePr>
        <p:xfrm>
          <a:off x="781048" y="1219200"/>
          <a:ext cx="7662267" cy="512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846">
                  <a:extLst>
                    <a:ext uri="{9D8B030D-6E8A-4147-A177-3AD203B41FA5}">
                      <a16:colId xmlns:a16="http://schemas.microsoft.com/office/drawing/2014/main" val="536747671"/>
                    </a:ext>
                  </a:extLst>
                </a:gridCol>
                <a:gridCol w="1733076">
                  <a:extLst>
                    <a:ext uri="{9D8B030D-6E8A-4147-A177-3AD203B41FA5}">
                      <a16:colId xmlns:a16="http://schemas.microsoft.com/office/drawing/2014/main" val="2477101594"/>
                    </a:ext>
                  </a:extLst>
                </a:gridCol>
                <a:gridCol w="1625259">
                  <a:extLst>
                    <a:ext uri="{9D8B030D-6E8A-4147-A177-3AD203B41FA5}">
                      <a16:colId xmlns:a16="http://schemas.microsoft.com/office/drawing/2014/main" val="2462974714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3008001553"/>
                    </a:ext>
                  </a:extLst>
                </a:gridCol>
                <a:gridCol w="2455856">
                  <a:extLst>
                    <a:ext uri="{9D8B030D-6E8A-4147-A177-3AD203B41FA5}">
                      <a16:colId xmlns:a16="http://schemas.microsoft.com/office/drawing/2014/main" val="428871346"/>
                    </a:ext>
                  </a:extLst>
                </a:gridCol>
              </a:tblGrid>
              <a:tr h="301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Author(s)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Methodology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Journal 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Year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Inference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57377"/>
                  </a:ext>
                </a:extLst>
              </a:tr>
              <a:tr h="1185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García-Barrios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Cognitive offloading model in human-AI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IEEE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AI improves decision-making but depends on interaction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7929654"/>
                  </a:ext>
                </a:extLst>
              </a:tr>
              <a:tr h="875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Guo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Shoe-based sensors + ML for gait analysis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IEEE TNSRE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Accurate prediction but lacks real-time feedback and assistive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9511633"/>
                  </a:ext>
                </a:extLst>
              </a:tr>
              <a:tr h="173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Varghese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IoT-based smart crutch with sensor monitoring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IJIRSET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Enables remote monitoring but lacks AI-based analysis and real-time feedback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150450"/>
                  </a:ext>
                </a:extLst>
              </a:tr>
              <a:tr h="1022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Naets</a:t>
                      </a:r>
                      <a:r>
                        <a:rPr lang="en-IN" dirty="0"/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Smart walker with multi-sensor monitoring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IEEE Access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Effective in clinics but lacks portability and AI-based personalization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263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717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65DAAF-2173-488F-B115-86B619F86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372908"/>
              </p:ext>
            </p:extLst>
          </p:nvPr>
        </p:nvGraphicFramePr>
        <p:xfrm>
          <a:off x="609600" y="228600"/>
          <a:ext cx="8007082" cy="6329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928">
                  <a:extLst>
                    <a:ext uri="{9D8B030D-6E8A-4147-A177-3AD203B41FA5}">
                      <a16:colId xmlns:a16="http://schemas.microsoft.com/office/drawing/2014/main" val="3480313707"/>
                    </a:ext>
                  </a:extLst>
                </a:gridCol>
                <a:gridCol w="2110154">
                  <a:extLst>
                    <a:ext uri="{9D8B030D-6E8A-4147-A177-3AD203B41FA5}">
                      <a16:colId xmlns:a16="http://schemas.microsoft.com/office/drawing/2014/main" val="200523997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38643395"/>
                    </a:ext>
                  </a:extLst>
                </a:gridCol>
                <a:gridCol w="826477">
                  <a:extLst>
                    <a:ext uri="{9D8B030D-6E8A-4147-A177-3AD203B41FA5}">
                      <a16:colId xmlns:a16="http://schemas.microsoft.com/office/drawing/2014/main" val="298688052"/>
                    </a:ext>
                  </a:extLst>
                </a:gridCol>
                <a:gridCol w="2373923">
                  <a:extLst>
                    <a:ext uri="{9D8B030D-6E8A-4147-A177-3AD203B41FA5}">
                      <a16:colId xmlns:a16="http://schemas.microsoft.com/office/drawing/2014/main" val="3776787902"/>
                    </a:ext>
                  </a:extLst>
                </a:gridCol>
              </a:tblGrid>
              <a:tr h="37790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Author(s)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001326"/>
                  </a:ext>
                </a:extLst>
              </a:tr>
              <a:tr h="702903">
                <a:tc>
                  <a:txBody>
                    <a:bodyPr/>
                    <a:lstStyle/>
                    <a:p>
                      <a:r>
                        <a:rPr lang="en-IN" dirty="0"/>
                        <a:t>Mukherjee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Beta regression model for gait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IEEE JBHI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Accurate gait analysis but lacks real-time assistive feedback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425418"/>
                  </a:ext>
                </a:extLst>
              </a:tr>
              <a:tr h="731019">
                <a:tc>
                  <a:txBody>
                    <a:bodyPr/>
                    <a:lstStyle/>
                    <a:p>
                      <a:r>
                        <a:rPr lang="en-IN" dirty="0" err="1"/>
                        <a:t>Arcobelli</a:t>
                      </a:r>
                      <a:r>
                        <a:rPr lang="en-IN" dirty="0"/>
                        <a:t>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mHealth-based smart crutch with remote monitoring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Supports remote care but lacks AI analysis and real-time feedback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338660"/>
                  </a:ext>
                </a:extLst>
              </a:tr>
              <a:tr h="906972">
                <a:tc>
                  <a:txBody>
                    <a:bodyPr/>
                    <a:lstStyle/>
                    <a:p>
                      <a:r>
                        <a:rPr lang="en-IN" dirty="0"/>
                        <a:t>Sarkar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IoT-based smart crutch with e-care architecture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IEEE TENSYMP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Enables remote monitoring but lacks AI analysis and real-time feedback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597208"/>
                  </a:ext>
                </a:extLst>
              </a:tr>
              <a:tr h="731019">
                <a:tc>
                  <a:txBody>
                    <a:bodyPr/>
                    <a:lstStyle/>
                    <a:p>
                      <a:r>
                        <a:rPr lang="en-IN" dirty="0"/>
                        <a:t>Yang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Multifunctional smart crutch for elderly monitoring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IEEE DASC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Improves safety but lacks AI analysis and real-time feedback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290438"/>
                  </a:ext>
                </a:extLst>
              </a:tr>
              <a:tr h="731019">
                <a:tc>
                  <a:txBody>
                    <a:bodyPr/>
                    <a:lstStyle/>
                    <a:p>
                      <a:r>
                        <a:rPr lang="en-IN" dirty="0"/>
                        <a:t>Viegas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Load cells + optical sensors for walker monitoring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Accurate monitoring but lacks real-time feedback and AI integration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705141"/>
                  </a:ext>
                </a:extLst>
              </a:tr>
              <a:tr h="695963">
                <a:tc>
                  <a:txBody>
                    <a:bodyPr/>
                    <a:lstStyle/>
                    <a:p>
                      <a:r>
                        <a:rPr lang="en-IN" dirty="0"/>
                        <a:t>Chen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Instrumented smart crutches for rehab &amp; exoskeleton support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IEEE BIOROB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Improves assistive support but lacks AI analysis and real-time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392273"/>
                  </a:ext>
                </a:extLst>
              </a:tr>
              <a:tr h="136608">
                <a:tc>
                  <a:txBody>
                    <a:bodyPr/>
                    <a:lstStyle/>
                    <a:p>
                      <a:r>
                        <a:rPr lang="en-IN" dirty="0"/>
                        <a:t>Kyritsis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device-based gait recognition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IEEE AI4I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Enables gait analysis but lacks real-time feedback and assistive integration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922005"/>
                  </a:ext>
                </a:extLst>
              </a:tr>
              <a:tr h="731019">
                <a:tc>
                  <a:txBody>
                    <a:bodyPr/>
                    <a:lstStyle/>
                    <a:p>
                      <a:r>
                        <a:rPr lang="en-IN" dirty="0"/>
                        <a:t>Sugiyama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Crutch training system with fall simulation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IEEE SMC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Improves training but lacks real-time monitoring and AI-based analysis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09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724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09C1E-FA59-29A0-B594-6BF138C65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7345"/>
            <a:ext cx="7886700" cy="1454534"/>
          </a:xfrm>
        </p:spPr>
        <p:txBody>
          <a:bodyPr>
            <a:norm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 Disadvantages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54F490B-443E-FB50-FEC3-2F6BB2EFB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371600"/>
            <a:ext cx="7524750" cy="48053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monitoring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feedback system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gait analysis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recovery tracking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AI-based insights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remote doctor monitoring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Patients depend only on guesswork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864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91751-C066-492D-8F75-DB6913888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(Block Diagram):-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83C52E-1501-9BD2-6F18-2E0A68ED0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24000"/>
            <a:ext cx="6553200" cy="480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7027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24238-7611-45F8-CC71-6D451359A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IN" sz="3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Methodology:-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3239-E008-7DF8-B79A-720D3797F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collection (Load + Motion)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using ESP32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transmission via Bluetooth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in mobile app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analysis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generation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synchronization </a:t>
            </a:r>
          </a:p>
          <a:p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957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BCBE-B040-7BC0-6142-00A5D8CCC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Methodology:-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4BF84-3B1D-CFF4-FBCA-EEB2AFC73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sensor measures applied weight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 detects motion and gait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processes sensor data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sends data to mobile app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stores data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predicts recovery status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alerts notify incorrect usage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enables remote monitoring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092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5DB09-F649-030D-4385-2067527A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IN" sz="3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Work:-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C4B1C-BC53-DB5E-2457-DA9B58B10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prediction models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doctor dashboard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assistance for patients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testing and validation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development with cloud storage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Startup-level product development </a:t>
            </a:r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3464318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7C1F-17B0-B2AC-0F22-800EFDA3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Work:-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CB36B7-7256-8D1C-F1A1-8B33A5D7D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1143000"/>
            <a:ext cx="51054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42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3BFC1-0758-5936-677A-8559A6C44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30274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plagiarism:-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D08C5B-CB39-63C8-AC74-A010335AF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1295400"/>
            <a:ext cx="5562600" cy="488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571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65126"/>
            <a:ext cx="8058150" cy="1325563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2E622421-EA77-AACE-D9F3-959A9F83FD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6506810"/>
              </p:ext>
            </p:extLst>
          </p:nvPr>
        </p:nvGraphicFramePr>
        <p:xfrm>
          <a:off x="685800" y="1485240"/>
          <a:ext cx="805815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6573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 algn="ctr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728" indent="0" algn="ctr">
              <a:buNone/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320264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1888</TotalTime>
  <Words>1217</Words>
  <Application>Microsoft Office PowerPoint</Application>
  <PresentationFormat>On-screen Show (4:3)</PresentationFormat>
  <Paragraphs>158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ADLaM Display</vt:lpstr>
      <vt:lpstr>Arial</vt:lpstr>
      <vt:lpstr>Calibri</vt:lpstr>
      <vt:lpstr>Calibri Light</vt:lpstr>
      <vt:lpstr>Times New Roman</vt:lpstr>
      <vt:lpstr>Office Theme</vt:lpstr>
      <vt:lpstr>215EXS2201 Design-Build  Design and Development of a Smart Crutch System for Injury Rehabilitation</vt:lpstr>
      <vt:lpstr>INTRODUCTION</vt:lpstr>
      <vt:lpstr>Abstract:-</vt:lpstr>
      <vt:lpstr>Objective:-</vt:lpstr>
      <vt:lpstr>Literature Review:-</vt:lpstr>
      <vt:lpstr>PowerPoint Presentation</vt:lpstr>
      <vt:lpstr>Existing Method Disadvantages :-</vt:lpstr>
      <vt:lpstr>Proposed Method (Block Diagram):-</vt:lpstr>
      <vt:lpstr>Methodology:-</vt:lpstr>
      <vt:lpstr>Explanation of Methodology:-</vt:lpstr>
      <vt:lpstr>Future Work:-</vt:lpstr>
      <vt:lpstr>Paper Work:-</vt:lpstr>
      <vt:lpstr>AI plagiarism:-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SUSTAINABLE BIONIC VOICE INTO HUMAN VOICE PROSTHETIC FOR DUMP</dc:title>
  <dc:creator>user</dc:creator>
  <cp:lastModifiedBy>nikhil sai</cp:lastModifiedBy>
  <cp:revision>73</cp:revision>
  <dcterms:created xsi:type="dcterms:W3CDTF">2024-12-17T05:34:34Z</dcterms:created>
  <dcterms:modified xsi:type="dcterms:W3CDTF">2026-04-12T16:46:02Z</dcterms:modified>
</cp:coreProperties>
</file>